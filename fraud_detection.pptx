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Gaikwad" userId="792659afdda3ae09" providerId="LiveId" clId="{C296C8D0-D71F-45AD-A3F5-CB12386357D6}"/>
    <pc:docChg chg="delSld">
      <pc:chgData name="Anuj Gaikwad" userId="792659afdda3ae09" providerId="LiveId" clId="{C296C8D0-D71F-45AD-A3F5-CB12386357D6}" dt="2026-05-03T06:13:57.867" v="0" actId="47"/>
      <pc:docMkLst>
        <pc:docMk/>
      </pc:docMkLst>
      <pc:sldChg chg="del">
        <pc:chgData name="Anuj Gaikwad" userId="792659afdda3ae09" providerId="LiveId" clId="{C296C8D0-D71F-45AD-A3F5-CB12386357D6}" dt="2026-05-03T06:13:57.867" v="0" actId="47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51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Risk Scoring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Transactions  ·  5 Detection Rules  ·  FY 2024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023360"/>
            <a:ext cx="1005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40416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0" y="44531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55280" y="4023360"/>
            <a:ext cx="10058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404164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55280" y="44531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5389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Banks lose $32B+ annually to card fraud. Most fraud is caught too late.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3113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Rule-based systems flag suspicious patterns in real time using transaction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82296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71800"/>
            <a:ext cx="54864" cy="6217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083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Goal: Score every transaction (LOW / MEDIUM / HIGH) so analysts know where to look.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74904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8561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Simple SQL logic — no ML needed — can catch 90%+ of common fraud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Working With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9202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41732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1993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9202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17320"/>
            <a:ext cx="19202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1993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1417320"/>
            <a:ext cx="192024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41732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03720" y="1993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578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944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294436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per txn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2278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17520" y="322783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customer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51129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0" y="351129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(₹)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79476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home_location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17520" y="379476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home city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07822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transaction_location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017520" y="4078224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txn happened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36168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is_international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17520" y="436168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flag (0/1)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64515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fraud_flag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17520" y="464515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0" y="2578608"/>
            <a:ext cx="292608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2578608"/>
            <a:ext cx="29260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2999232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 &gt; ₹10,000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 mismatch (home ≠ txn)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International transaction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rules triggered together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SQL Rules · 1 Score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1148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90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90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Amount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₹10,000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066544"/>
            <a:ext cx="9144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066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70632"/>
            <a:ext cx="41148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907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Mismatch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2644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home_location ≠ transaction_location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3483864"/>
            <a:ext cx="9144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483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353312"/>
            <a:ext cx="41148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490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1490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Flag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18470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is_international =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2066544"/>
            <a:ext cx="9144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066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770632"/>
            <a:ext cx="411480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2907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Multi-Rule Combo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32644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rules triggered → automatic HIGH category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63840" y="3483864"/>
            <a:ext cx="91440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483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25603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634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Score ≥ 60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4663440"/>
            <a:ext cx="25603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6634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Score 30–59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4663440"/>
            <a:ext cx="25603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6634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·  Score &lt; 30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 fraud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1920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37160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4813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Txns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2585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review queue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1920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371600"/>
            <a:ext cx="19202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813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₹12.3M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Flagged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2585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fraud amount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371600"/>
            <a:ext cx="1920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37160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813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0372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Precision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2585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 HIGH risk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90672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127248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Gaming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127248"/>
            <a:ext cx="5303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fraud categories — 95 and 82 cases respectively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685032"/>
            <a:ext cx="8229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85032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721608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Peak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721608"/>
            <a:ext cx="5303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fraud cases — highest monthly volume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79392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315968"/>
            <a:ext cx="2560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Mismatch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4315968"/>
            <a:ext cx="5303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triggered rule — 720+ activations across transactions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On-screen Show (16:9)</PresentationFormat>
  <Paragraphs>92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Anuj Gaikwad</cp:lastModifiedBy>
  <cp:revision>1</cp:revision>
  <dcterms:created xsi:type="dcterms:W3CDTF">2026-05-02T14:01:41Z</dcterms:created>
  <dcterms:modified xsi:type="dcterms:W3CDTF">2026-05-03T06:14:01Z</dcterms:modified>
</cp:coreProperties>
</file>